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8" r:id="rId4"/>
    <p:sldId id="262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93"/>
    <p:restoredTop sz="94658"/>
  </p:normalViewPr>
  <p:slideViewPr>
    <p:cSldViewPr snapToGrid="0">
      <p:cViewPr varScale="1">
        <p:scale>
          <a:sx n="103" d="100"/>
          <a:sy n="103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, Nithish" userId="37b6a412-d9be-4433-8c2f-f6c4ad0cceda" providerId="ADAL" clId="{1FD11379-1C3C-5A4A-BD40-4ED8489FCF49}"/>
    <pc:docChg chg="custSel modSld">
      <pc:chgData name="U, Nithish" userId="37b6a412-d9be-4433-8c2f-f6c4ad0cceda" providerId="ADAL" clId="{1FD11379-1C3C-5A4A-BD40-4ED8489FCF49}" dt="2026-01-20T06:15:35.510" v="0" actId="478"/>
      <pc:docMkLst>
        <pc:docMk/>
      </pc:docMkLst>
      <pc:sldChg chg="delSp mod">
        <pc:chgData name="U, Nithish" userId="37b6a412-d9be-4433-8c2f-f6c4ad0cceda" providerId="ADAL" clId="{1FD11379-1C3C-5A4A-BD40-4ED8489FCF49}" dt="2026-01-20T06:15:35.510" v="0" actId="478"/>
        <pc:sldMkLst>
          <pc:docMk/>
          <pc:sldMk cId="3623690886" sldId="259"/>
        </pc:sldMkLst>
        <pc:spChg chg="del">
          <ac:chgData name="U, Nithish" userId="37b6a412-d9be-4433-8c2f-f6c4ad0cceda" providerId="ADAL" clId="{1FD11379-1C3C-5A4A-BD40-4ED8489FCF49}" dt="2026-01-20T06:15:35.510" v="0" actId="478"/>
          <ac:spMkLst>
            <pc:docMk/>
            <pc:sldMk cId="3623690886" sldId="259"/>
            <ac:spMk id="3" creationId="{56C26D2B-3507-12F1-C120-EE21B17F6C3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09:59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10:04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11:12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50:53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4:18:24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4:18:3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4:19:04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4:19:09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2EBA-F7C0-1404-3648-4DFB5E5B4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7C3AD-531C-D535-5B53-3A328AC42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54D97-0724-450C-ACCE-3BB18977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85204-EE43-6855-DD39-128F88D0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18E13-DCF8-BFC7-377F-1ADDD3C2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3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E067-757D-212A-91E5-1258C711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1971-E405-4749-682B-DE8CE7AAA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EB697-4CBA-11C1-CB97-9C2ED9C9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B7B32-84BF-7957-77EE-2A3B8456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209E9-A31F-BEE9-94E6-7BDE3311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6F57-F9DD-5DCC-B063-248B5F09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6C423-5022-EFD6-89CC-1EC934618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80D96-8322-C87C-3384-0AAA31B9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74EAD-2347-1E19-1AAC-D4145913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4A424-C885-0631-49A8-258EB9DD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87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7600-E672-B1E3-D6A2-CCBED456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F067C-E9ED-4222-4538-0E335331D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26E0D-8661-FE5C-2D32-DD887758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CBEB6-9A78-254A-56D9-DE85BBF2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22C38-81D6-D751-5CD3-7F2933E7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30313-04F8-EBBE-682D-A9EEA899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6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BDD4-5F1F-2DBB-C363-C128E9CB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64D61-67CF-AE5D-E256-E4C52965D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3CAC9-D10B-201A-01E6-0726C7A7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7CBCF-E9E0-B95E-C1A2-1EC0A48F7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77AA7-C148-A1CD-5CF0-DF0D52A25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E769D-D546-5F69-8007-ACF8341A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A844D-92B7-4C08-6BD0-266B8FE6D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348F4-5F9D-1755-9947-60FE23B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5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0241-D8DA-9A50-EC1F-88A51033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548D-6FE7-5F58-3457-DB9C1AB7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D2552-290B-7A77-B7DB-61C96890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69BBF-61A9-EA25-61FD-3E7AF38D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2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07FCE-0800-46F1-0B77-2CFAEB03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CA3A5-C501-AE83-F3BD-E6914E9BF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B9E-100F-9320-B3CD-4A42C71B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5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5C57-88B5-D47D-10FD-84B3253C4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2422A-3CBD-205F-2EF1-E54540948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4817E-383E-795B-FA4E-2231AD885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E745F-B00A-DCCE-1318-DE70534F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AB732-62C7-F24D-E6D6-50322B17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26237-080A-FCA4-BC1A-16D69F99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66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AD2C-41D9-829B-B19E-539BA421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16988-B477-4DDC-460B-A81F5F6C3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1A24F-2DA6-F529-D3EA-B15631989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89A62-2152-FD95-F6D8-6C0650BD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ACB49-7607-B67A-08CE-F428EF76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0FD4A-A6ED-B011-4784-E29BF007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79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D056-3DF4-40B0-6D8C-AD86FBFD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C77B4-6EEC-A5E5-27B9-F24B344EC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FBFCB-8166-CA87-B2A3-703137F0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BF42-1379-BEFF-4042-01923AC5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01AC7-E468-F482-6EF5-47B53931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6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71E22-824C-FE8D-4F7A-AA1CE5E95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2B219-8682-E531-135A-9FAFEA595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160C-4502-9D56-BCE3-93159F55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ABDE-7AF5-88F0-3AF7-F56798A8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268E8-DDC4-6595-0042-92087C95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7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A0369-1EA9-A671-6E13-44EFAB77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7192-EA8F-0D8A-0D68-B9704FF39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A964E-757D-9AD9-F9FA-72F689818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7FC62-4E43-7844-AAE3-E76522FAA7C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DC27D-FEC9-D3B3-535A-0ED7C4AF5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FA7E-29DC-4120-812C-835C76466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45563-7FE2-604B-B9BE-7DED724C44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3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ustomXml" Target="../ink/ink8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FE3E8-7821-FA4D-92B0-E6FA7C9583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Workflow vs AI agent</a:t>
            </a:r>
          </a:p>
        </p:txBody>
      </p:sp>
    </p:spTree>
    <p:extLst>
      <p:ext uri="{BB962C8B-B14F-4D97-AF65-F5344CB8AC3E}">
        <p14:creationId xmlns:p14="http://schemas.microsoft.com/office/powerpoint/2010/main" val="362369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F3C6-BB1E-5753-B3E7-4A8EA5C13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EB730-CC19-1810-C357-DE30CCF42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Design a system to automatically process and evaluate resumes for a given job role, producing a ranked or shortlisted list of candidates for human review.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39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8BCBD5-AA5D-B1C4-7FCF-1AB18760A4BE}"/>
              </a:ext>
            </a:extLst>
          </p:cNvPr>
          <p:cNvSpPr/>
          <p:nvPr/>
        </p:nvSpPr>
        <p:spPr>
          <a:xfrm>
            <a:off x="2372498" y="2063578"/>
            <a:ext cx="1661532" cy="106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12F8C-0C9C-7B62-F812-E3794A98F3D6}"/>
              </a:ext>
            </a:extLst>
          </p:cNvPr>
          <p:cNvSpPr txBox="1"/>
          <p:nvPr/>
        </p:nvSpPr>
        <p:spPr>
          <a:xfrm>
            <a:off x="2431418" y="2410252"/>
            <a:ext cx="1543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resume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684D94-E7A5-0C22-9E43-0A4E129C7A98}"/>
                  </a:ext>
                </a:extLst>
              </p14:cNvPr>
              <p14:cNvContentPartPr/>
              <p14:nvPr/>
            </p14:nvContentPartPr>
            <p14:xfrm>
              <a:off x="5712441" y="88541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684D94-E7A5-0C22-9E43-0A4E129C7A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6321" y="8242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08F974-D69A-E131-5394-1F0B2DCF2C39}"/>
                  </a:ext>
                </a:extLst>
              </p14:cNvPr>
              <p14:cNvContentPartPr/>
              <p14:nvPr/>
            </p14:nvContentPartPr>
            <p14:xfrm>
              <a:off x="5385386" y="232704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08F974-D69A-E131-5394-1F0B2DCF2C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9266" y="23209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8AA0913-2871-D394-7986-A81E1752744A}"/>
              </a:ext>
            </a:extLst>
          </p:cNvPr>
          <p:cNvSpPr/>
          <p:nvPr/>
        </p:nvSpPr>
        <p:spPr>
          <a:xfrm>
            <a:off x="4733753" y="2063578"/>
            <a:ext cx="1661532" cy="106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21024-CC57-72BF-EBD8-F54BECE48245}"/>
              </a:ext>
            </a:extLst>
          </p:cNvPr>
          <p:cNvSpPr txBox="1"/>
          <p:nvPr/>
        </p:nvSpPr>
        <p:spPr>
          <a:xfrm>
            <a:off x="4845636" y="2410252"/>
            <a:ext cx="143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Extract skills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4FEE5FC-49F5-35F7-8C79-0F12675B6CAE}"/>
                  </a:ext>
                </a:extLst>
              </p14:cNvPr>
              <p14:cNvContentPartPr/>
              <p14:nvPr/>
            </p14:nvContentPartPr>
            <p14:xfrm>
              <a:off x="8056457" y="232704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4FEE5FC-49F5-35F7-8C79-0F12675B6C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50337" y="23209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884641C-EEAD-18D5-67D5-DFA405F26CAC}"/>
              </a:ext>
            </a:extLst>
          </p:cNvPr>
          <p:cNvSpPr/>
          <p:nvPr/>
        </p:nvSpPr>
        <p:spPr>
          <a:xfrm>
            <a:off x="7553756" y="2063578"/>
            <a:ext cx="1661532" cy="106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0AE18-1B54-F011-5A84-B2C7DB4344C9}"/>
              </a:ext>
            </a:extLst>
          </p:cNvPr>
          <p:cNvSpPr txBox="1"/>
          <p:nvPr/>
        </p:nvSpPr>
        <p:spPr>
          <a:xfrm>
            <a:off x="7875408" y="2410252"/>
            <a:ext cx="1011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Job Role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BAEEAA-7332-B206-A7B2-73E5D22ED61D}"/>
              </a:ext>
            </a:extLst>
          </p:cNvPr>
          <p:cNvSpPr/>
          <p:nvPr/>
        </p:nvSpPr>
        <p:spPr>
          <a:xfrm>
            <a:off x="7554026" y="3794637"/>
            <a:ext cx="1661532" cy="106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8430BA-6A32-5F71-114C-08C5F33A4EAF}"/>
              </a:ext>
            </a:extLst>
          </p:cNvPr>
          <p:cNvSpPr txBox="1"/>
          <p:nvPr/>
        </p:nvSpPr>
        <p:spPr>
          <a:xfrm>
            <a:off x="7881820" y="4008615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Score </a:t>
            </a:r>
          </a:p>
          <a:p>
            <a:pPr algn="ctr"/>
            <a:r>
              <a:rPr lang="en-US" dirty="0"/>
              <a:t>Resume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FA03C-3241-E8B5-E07D-D2231CE5F3BB}"/>
              </a:ext>
            </a:extLst>
          </p:cNvPr>
          <p:cNvSpPr/>
          <p:nvPr/>
        </p:nvSpPr>
        <p:spPr>
          <a:xfrm>
            <a:off x="5774577" y="4913092"/>
            <a:ext cx="1661532" cy="106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108A5F-8984-7D86-4935-91B43B896095}"/>
              </a:ext>
            </a:extLst>
          </p:cNvPr>
          <p:cNvSpPr txBox="1"/>
          <p:nvPr/>
        </p:nvSpPr>
        <p:spPr>
          <a:xfrm>
            <a:off x="6095300" y="5072617"/>
            <a:ext cx="1020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Shortlist</a:t>
            </a:r>
          </a:p>
          <a:p>
            <a:pPr algn="ctr"/>
            <a:r>
              <a:rPr lang="en-US" dirty="0"/>
              <a:t>Resume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A8D3E2-282D-A73A-6299-30EB18E38B90}"/>
              </a:ext>
            </a:extLst>
          </p:cNvPr>
          <p:cNvCxnSpPr>
            <a:stCxn id="2" idx="3"/>
            <a:endCxn id="8" idx="1"/>
          </p:cNvCxnSpPr>
          <p:nvPr/>
        </p:nvCxnSpPr>
        <p:spPr>
          <a:xfrm>
            <a:off x="4034030" y="2594919"/>
            <a:ext cx="6997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B54884-9A6E-A938-9BF6-D8D4AA55FB2D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395285" y="2594919"/>
            <a:ext cx="11584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3E86CD-F49F-7D52-CAB9-32020A59C9F5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8384522" y="3126259"/>
            <a:ext cx="270" cy="668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203BC2-C234-D793-2350-F8FBE4EF2B73}"/>
              </a:ext>
            </a:extLst>
          </p:cNvPr>
          <p:cNvCxnSpPr>
            <a:stCxn id="13" idx="2"/>
            <a:endCxn id="15" idx="3"/>
          </p:cNvCxnSpPr>
          <p:nvPr/>
        </p:nvCxnSpPr>
        <p:spPr>
          <a:xfrm flipH="1">
            <a:off x="7436109" y="4857318"/>
            <a:ext cx="948683" cy="587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4203DED-5F8E-7FC9-6985-21D41AB234D0}"/>
              </a:ext>
            </a:extLst>
          </p:cNvPr>
          <p:cNvSpPr txBox="1"/>
          <p:nvPr/>
        </p:nvSpPr>
        <p:spPr>
          <a:xfrm>
            <a:off x="6507168" y="2279420"/>
            <a:ext cx="967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Matching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A53D10-FFFC-91C3-0FF2-617BC288F971}"/>
              </a:ext>
            </a:extLst>
          </p:cNvPr>
          <p:cNvSpPr txBox="1"/>
          <p:nvPr/>
        </p:nvSpPr>
        <p:spPr>
          <a:xfrm>
            <a:off x="7781984" y="5217919"/>
            <a:ext cx="1989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 threshold achieved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08F34D-02A2-B226-4659-548D936EEC69}"/>
              </a:ext>
            </a:extLst>
          </p:cNvPr>
          <p:cNvSpPr txBox="1"/>
          <p:nvPr/>
        </p:nvSpPr>
        <p:spPr>
          <a:xfrm>
            <a:off x="1027399" y="462273"/>
            <a:ext cx="38698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145953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ABC66-125E-AFA5-DA1F-8F992393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28C7B-FC31-CC2F-E20B-ABD078614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 predictable workflow is the right choice when :</a:t>
            </a:r>
          </a:p>
          <a:p>
            <a:r>
              <a:rPr lang="en-IN" sz="2000" dirty="0"/>
              <a:t>The process can be expressed as a fixed sequence of steps</a:t>
            </a:r>
          </a:p>
          <a:p>
            <a:r>
              <a:rPr lang="en-IN" sz="2000" dirty="0"/>
              <a:t>Required low latency</a:t>
            </a:r>
          </a:p>
          <a:p>
            <a:r>
              <a:rPr lang="en-IN" sz="2000" dirty="0"/>
              <a:t>When rules are stable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Cons :</a:t>
            </a:r>
          </a:p>
          <a:p>
            <a:r>
              <a:rPr lang="en-US" sz="2000" dirty="0"/>
              <a:t>If resume is unclear, it might return wrong output</a:t>
            </a:r>
          </a:p>
          <a:p>
            <a:r>
              <a:rPr lang="en-IN" sz="2000" dirty="0"/>
              <a:t>Cannot adapt to new patterns of skills</a:t>
            </a:r>
          </a:p>
          <a:p>
            <a:r>
              <a:rPr lang="en-US" sz="2000" dirty="0"/>
              <a:t>For new job role, need to update the rules</a:t>
            </a:r>
          </a:p>
        </p:txBody>
      </p:sp>
    </p:spTree>
    <p:extLst>
      <p:ext uri="{BB962C8B-B14F-4D97-AF65-F5344CB8AC3E}">
        <p14:creationId xmlns:p14="http://schemas.microsoft.com/office/powerpoint/2010/main" val="115832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3532AC-8497-5395-3D19-7D9DD6FC52A0}"/>
              </a:ext>
            </a:extLst>
          </p:cNvPr>
          <p:cNvSpPr/>
          <p:nvPr/>
        </p:nvSpPr>
        <p:spPr>
          <a:xfrm>
            <a:off x="4703946" y="1432719"/>
            <a:ext cx="1661532" cy="106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88C477-0C97-9849-32BE-90C8D5EA0F2A}"/>
              </a:ext>
            </a:extLst>
          </p:cNvPr>
          <p:cNvSpPr txBox="1"/>
          <p:nvPr/>
        </p:nvSpPr>
        <p:spPr>
          <a:xfrm>
            <a:off x="4745384" y="1663502"/>
            <a:ext cx="1661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 find best </a:t>
            </a:r>
          </a:p>
          <a:p>
            <a:r>
              <a:rPr lang="en-US" dirty="0"/>
              <a:t>candidate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221E9D-D190-F550-5C93-BEB4A19B8CEB}"/>
                  </a:ext>
                </a:extLst>
              </p14:cNvPr>
              <p14:cNvContentPartPr/>
              <p14:nvPr/>
            </p14:nvContentPartPr>
            <p14:xfrm>
              <a:off x="5385386" y="232704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221E9D-D190-F550-5C93-BEB4A19B8C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9266" y="23209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5C1B555-D49F-AF3F-BFEC-257F4B8D4A56}"/>
              </a:ext>
            </a:extLst>
          </p:cNvPr>
          <p:cNvSpPr/>
          <p:nvPr/>
        </p:nvSpPr>
        <p:spPr>
          <a:xfrm>
            <a:off x="4733753" y="2692587"/>
            <a:ext cx="1661532" cy="441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6D9B5-619D-6877-B557-894AC5D9DA1A}"/>
              </a:ext>
            </a:extLst>
          </p:cNvPr>
          <p:cNvSpPr txBox="1"/>
          <p:nvPr/>
        </p:nvSpPr>
        <p:spPr>
          <a:xfrm>
            <a:off x="5177082" y="2728893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8E26A4-0864-950C-AE69-4551F2478396}"/>
              </a:ext>
            </a:extLst>
          </p:cNvPr>
          <p:cNvSpPr txBox="1"/>
          <p:nvPr/>
        </p:nvSpPr>
        <p:spPr>
          <a:xfrm>
            <a:off x="1027399" y="462273"/>
            <a:ext cx="38698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AI Agent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D3BCBB7-9A33-9ACD-5B6B-056A2A0D5564}"/>
                  </a:ext>
                </a:extLst>
              </p14:cNvPr>
              <p14:cNvContentPartPr/>
              <p14:nvPr/>
            </p14:nvContentPartPr>
            <p14:xfrm>
              <a:off x="3523634" y="3785135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D3BCBB7-9A33-9ACD-5B6B-056A2A0D55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7514" y="37790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8CA5809-6525-6DE7-D5B3-3481C45C49BC}"/>
              </a:ext>
            </a:extLst>
          </p:cNvPr>
          <p:cNvSpPr/>
          <p:nvPr/>
        </p:nvSpPr>
        <p:spPr>
          <a:xfrm>
            <a:off x="2872001" y="3521674"/>
            <a:ext cx="1661532" cy="721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9D9BC4-5569-3C51-30D0-9E693C6F3AAC}"/>
              </a:ext>
            </a:extLst>
          </p:cNvPr>
          <p:cNvSpPr txBox="1"/>
          <p:nvPr/>
        </p:nvSpPr>
        <p:spPr>
          <a:xfrm>
            <a:off x="2923939" y="3697792"/>
            <a:ext cx="1543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resume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4DAEDAE-7FEB-DDFF-428B-323FE2A4FEC2}"/>
                  </a:ext>
                </a:extLst>
              </p14:cNvPr>
              <p14:cNvContentPartPr/>
              <p14:nvPr/>
            </p14:nvContentPartPr>
            <p14:xfrm>
              <a:off x="5548887" y="378513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4DAEDAE-7FEB-DDFF-428B-323FE2A4FE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2767" y="377901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696A994-D243-5EEC-99EC-BA2B66D09356}"/>
                  </a:ext>
                </a:extLst>
              </p14:cNvPr>
              <p14:cNvContentPartPr/>
              <p14:nvPr/>
            </p14:nvContentPartPr>
            <p14:xfrm>
              <a:off x="5385386" y="3785135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696A994-D243-5EEC-99EC-BA2B66D093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9266" y="37790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B46155B0-C4E3-CDAB-1198-BD2541E89E20}"/>
              </a:ext>
            </a:extLst>
          </p:cNvPr>
          <p:cNvSpPr/>
          <p:nvPr/>
        </p:nvSpPr>
        <p:spPr>
          <a:xfrm>
            <a:off x="4733753" y="3521674"/>
            <a:ext cx="1661532" cy="721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F9F14-790B-F9E9-9B81-4FD8B4FB8253}"/>
              </a:ext>
            </a:extLst>
          </p:cNvPr>
          <p:cNvSpPr txBox="1"/>
          <p:nvPr/>
        </p:nvSpPr>
        <p:spPr>
          <a:xfrm>
            <a:off x="4845636" y="3697792"/>
            <a:ext cx="143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Extract skills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DB17AF1-2A99-A461-1798-888BCC6D80B5}"/>
                  </a:ext>
                </a:extLst>
              </p14:cNvPr>
              <p14:cNvContentPartPr/>
              <p14:nvPr/>
            </p14:nvContentPartPr>
            <p14:xfrm>
              <a:off x="7520054" y="3785135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DB17AF1-2A99-A461-1798-888BCC6D80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3934" y="377901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4287F6CA-7C81-E3E1-7AB6-25C4FFED9AA7}"/>
              </a:ext>
            </a:extLst>
          </p:cNvPr>
          <p:cNvSpPr/>
          <p:nvPr/>
        </p:nvSpPr>
        <p:spPr>
          <a:xfrm>
            <a:off x="6689288" y="3521674"/>
            <a:ext cx="1661532" cy="721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4DBAE6-0CE0-05D4-F2D4-6A10528B1C6E}"/>
              </a:ext>
            </a:extLst>
          </p:cNvPr>
          <p:cNvSpPr txBox="1"/>
          <p:nvPr/>
        </p:nvSpPr>
        <p:spPr>
          <a:xfrm>
            <a:off x="7026072" y="3559292"/>
            <a:ext cx="98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Search </a:t>
            </a:r>
          </a:p>
          <a:p>
            <a:r>
              <a:rPr lang="en-US" dirty="0"/>
              <a:t>external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BAF0B5-C20A-589E-A498-AE19088340CB}"/>
              </a:ext>
            </a:extLst>
          </p:cNvPr>
          <p:cNvCxnSpPr>
            <a:cxnSpLocks/>
            <a:stCxn id="5" idx="2"/>
            <a:endCxn id="32" idx="0"/>
          </p:cNvCxnSpPr>
          <p:nvPr/>
        </p:nvCxnSpPr>
        <p:spPr>
          <a:xfrm>
            <a:off x="5564519" y="3134499"/>
            <a:ext cx="0" cy="38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EBA68CC4-BAAE-C88F-08B8-9BC3C119FD67}"/>
              </a:ext>
            </a:extLst>
          </p:cNvPr>
          <p:cNvCxnSpPr>
            <a:cxnSpLocks/>
            <a:stCxn id="5" idx="2"/>
            <a:endCxn id="35" idx="0"/>
          </p:cNvCxnSpPr>
          <p:nvPr/>
        </p:nvCxnSpPr>
        <p:spPr>
          <a:xfrm rot="16200000" flipH="1">
            <a:off x="6348699" y="2350318"/>
            <a:ext cx="387175" cy="19555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8070201-3F40-230F-529B-58112C9F3B9A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5400000">
            <a:off x="4440056" y="2397210"/>
            <a:ext cx="387175" cy="1861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D3203C40-8850-D5F4-9B80-4B50934E631F}"/>
              </a:ext>
            </a:extLst>
          </p:cNvPr>
          <p:cNvSpPr/>
          <p:nvPr/>
        </p:nvSpPr>
        <p:spPr>
          <a:xfrm>
            <a:off x="2545492" y="3431284"/>
            <a:ext cx="6215448" cy="994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9E83FB-8DF3-218C-7338-493F4F037B48}"/>
              </a:ext>
            </a:extLst>
          </p:cNvPr>
          <p:cNvSpPr txBox="1"/>
          <p:nvPr/>
        </p:nvSpPr>
        <p:spPr>
          <a:xfrm>
            <a:off x="8019535" y="3016757"/>
            <a:ext cx="74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CC1505-7348-AB35-51C3-D3AB002A0E5C}"/>
              </a:ext>
            </a:extLst>
          </p:cNvPr>
          <p:cNvSpPr/>
          <p:nvPr/>
        </p:nvSpPr>
        <p:spPr>
          <a:xfrm>
            <a:off x="4717399" y="4618906"/>
            <a:ext cx="1661532" cy="3528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1E56E1-7E9B-27A9-CDAB-871B23EAD493}"/>
              </a:ext>
            </a:extLst>
          </p:cNvPr>
          <p:cNvSpPr txBox="1"/>
          <p:nvPr/>
        </p:nvSpPr>
        <p:spPr>
          <a:xfrm>
            <a:off x="4834081" y="4621627"/>
            <a:ext cx="163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 result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0979AA-50D6-C41A-963B-200702EE4F77}"/>
              </a:ext>
            </a:extLst>
          </p:cNvPr>
          <p:cNvSpPr/>
          <p:nvPr/>
        </p:nvSpPr>
        <p:spPr>
          <a:xfrm>
            <a:off x="4733753" y="5164700"/>
            <a:ext cx="1661532" cy="3528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92DEB0-ADC7-941D-C8B4-0D7FA48921A0}"/>
              </a:ext>
            </a:extLst>
          </p:cNvPr>
          <p:cNvSpPr txBox="1"/>
          <p:nvPr/>
        </p:nvSpPr>
        <p:spPr>
          <a:xfrm>
            <a:off x="5077523" y="518386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Rethink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A8D441C-C570-459A-EEA9-506DB97F9183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5534712" y="2495400"/>
            <a:ext cx="0" cy="233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63A0A1C-338E-F808-EDFC-72825C9998FF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>
            <a:off x="5653216" y="4426003"/>
            <a:ext cx="0" cy="195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E3F6B56-D49E-CBFC-BA8F-82168A16AAE4}"/>
              </a:ext>
            </a:extLst>
          </p:cNvPr>
          <p:cNvCxnSpPr>
            <a:stCxn id="57" idx="2"/>
            <a:endCxn id="59" idx="0"/>
          </p:cNvCxnSpPr>
          <p:nvPr/>
        </p:nvCxnSpPr>
        <p:spPr>
          <a:xfrm flipH="1">
            <a:off x="5548165" y="4990959"/>
            <a:ext cx="105051" cy="192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395D06E-1F10-9C85-6ACD-5687F3279667}"/>
              </a:ext>
            </a:extLst>
          </p:cNvPr>
          <p:cNvSpPr/>
          <p:nvPr/>
        </p:nvSpPr>
        <p:spPr>
          <a:xfrm>
            <a:off x="4684448" y="5841831"/>
            <a:ext cx="1726966" cy="5066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140C9B-C5D8-3EFF-4B23-ED4D708E884B}"/>
              </a:ext>
            </a:extLst>
          </p:cNvPr>
          <p:cNvSpPr txBox="1"/>
          <p:nvPr/>
        </p:nvSpPr>
        <p:spPr>
          <a:xfrm>
            <a:off x="4690722" y="5910478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&amp; shortlist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0F80B57-0AD1-C8D2-EFC8-636559C18848}"/>
              </a:ext>
            </a:extLst>
          </p:cNvPr>
          <p:cNvCxnSpPr>
            <a:stCxn id="59" idx="2"/>
            <a:endCxn id="72" idx="0"/>
          </p:cNvCxnSpPr>
          <p:nvPr/>
        </p:nvCxnSpPr>
        <p:spPr>
          <a:xfrm flipH="1">
            <a:off x="5547931" y="5553194"/>
            <a:ext cx="234" cy="288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07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E55D-5C3D-7F1C-66BE-42645476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8C37-C387-094E-00C3-676CBFF2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7F97-93A4-CDB1-CC60-E3DDB5C1A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 dynamic agent is the right choice when :</a:t>
            </a:r>
          </a:p>
          <a:p>
            <a:r>
              <a:rPr lang="en-IN" sz="2000" dirty="0"/>
              <a:t>The task requires multi-step reasoning</a:t>
            </a:r>
          </a:p>
          <a:p>
            <a:r>
              <a:rPr lang="en-IN" sz="2000" dirty="0"/>
              <a:t>Inputs are ambiguous or incomplete</a:t>
            </a:r>
          </a:p>
          <a:p>
            <a:r>
              <a:rPr lang="en-IN" sz="2000" dirty="0"/>
              <a:t>External tools and data sources must be selected dynamically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Cons :</a:t>
            </a:r>
          </a:p>
          <a:p>
            <a:r>
              <a:rPr lang="en-IN" sz="2000" dirty="0"/>
              <a:t>The bug can be in reasoning, planning or tool use so it’s hard to debug</a:t>
            </a:r>
          </a:p>
          <a:p>
            <a:r>
              <a:rPr lang="en-US" sz="2000" dirty="0"/>
              <a:t>High latency ( </a:t>
            </a:r>
            <a:r>
              <a:rPr lang="en-IN" sz="2000" dirty="0"/>
              <a:t>Think → Act → Observe → Rethink loops )</a:t>
            </a:r>
            <a:endParaRPr lang="en-US" sz="2000" dirty="0"/>
          </a:p>
          <a:p>
            <a:r>
              <a:rPr lang="en-IN" sz="2000" dirty="0"/>
              <a:t>Multiple LLM calls and More compute per resume</a:t>
            </a:r>
          </a:p>
        </p:txBody>
      </p:sp>
    </p:spTree>
    <p:extLst>
      <p:ext uri="{BB962C8B-B14F-4D97-AF65-F5344CB8AC3E}">
        <p14:creationId xmlns:p14="http://schemas.microsoft.com/office/powerpoint/2010/main" val="2928495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193</Words>
  <Application>Microsoft Macintosh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Workflow vs AI agent</vt:lpstr>
      <vt:lpstr>Problem statement</vt:lpstr>
      <vt:lpstr>PowerPoint Presentation</vt:lpstr>
      <vt:lpstr>Workflow</vt:lpstr>
      <vt:lpstr>PowerPoint Presentation</vt:lpstr>
      <vt:lpstr>AI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Udhayakumar, Nithish</dc:creator>
  <cp:lastModifiedBy>Udhayakumar, Nithish</cp:lastModifiedBy>
  <cp:revision>1</cp:revision>
  <dcterms:created xsi:type="dcterms:W3CDTF">2026-01-20T02:35:55Z</dcterms:created>
  <dcterms:modified xsi:type="dcterms:W3CDTF">2026-01-20T06:15:40Z</dcterms:modified>
</cp:coreProperties>
</file>